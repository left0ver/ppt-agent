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2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3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4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5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6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7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8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9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0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1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终稿</dc:title>
  <dc:subject>PPT final export</dc:subject>
  <dc:creator>PPT Agent Frontend</dc:creator>
  <cp:lastModifiedBy>PPT Agent Frontend</cp:lastModifiedBy>
  <cp:revision>1</cp:revision>
  <dcterms:created xsi:type="dcterms:W3CDTF">2026-06-18T07:09:54Z</dcterms:created>
  <dcterms:modified xsi:type="dcterms:W3CDTF">2026-06-18T07:09:54Z</dcterms:modified>
</cp:coreProperties>
</file>