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第 1 页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第 2 页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第 3 页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第 4 页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第 5 页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第 6 页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第 7 页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第 8 页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第 9 页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第 10 页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第 11 页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 初稿</dc:title>
  <dc:subject>PPT draft export</dc:subject>
  <dc:creator>PPT Agent Frontend</dc:creator>
  <cp:lastModifiedBy>PPT Agent Frontend</cp:lastModifiedBy>
  <cp:revision>1</cp:revision>
  <dcterms:created xsi:type="dcterms:W3CDTF">2026-06-18T06:53:00Z</dcterms:created>
  <dcterms:modified xsi:type="dcterms:W3CDTF">2026-06-18T06:53:00Z</dcterms:modified>
</cp:coreProperties>
</file>